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5713413" cy="5713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4"/>
  </p:normalViewPr>
  <p:slideViewPr>
    <p:cSldViewPr snapToGrid="0">
      <p:cViewPr varScale="1">
        <p:scale>
          <a:sx n="149" d="100"/>
          <a:sy n="149" d="100"/>
        </p:scale>
        <p:origin x="15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AE26-E34F-8600-AE1D1E8DD7E2}"/>
              </c:ext>
            </c:extLst>
          </c:dPt>
          <c:dPt>
            <c:idx val="1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AE26-E34F-8600-AE1D1E8DD7E2}"/>
              </c:ext>
            </c:extLst>
          </c:dPt>
          <c:dPt>
            <c:idx val="2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AE26-E34F-8600-AE1D1E8DD7E2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E26-E34F-8600-AE1D1E8DD7E2}"/>
              </c:ext>
            </c:extLst>
          </c:dPt>
          <c:dPt>
            <c:idx val="4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E26-E34F-8600-AE1D1E8DD7E2}"/>
              </c:ext>
            </c:extLst>
          </c:dPt>
          <c:dPt>
            <c:idx val="5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E26-E34F-8600-AE1D1E8DD7E2}"/>
              </c:ext>
            </c:extLst>
          </c:dPt>
          <c:cat>
            <c:strRef>
              <c:f>Sheet1!$A$2:$A$7</c:f>
              <c:strCache>
                <c:ptCount val="6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  <c:pt idx="4">
                  <c:v>第五季度</c:v>
                </c:pt>
                <c:pt idx="5">
                  <c:v>第六季度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26-E34F-8600-AE1D1E8DD7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8506" y="935043"/>
            <a:ext cx="4856401" cy="1989114"/>
          </a:xfrm>
        </p:spPr>
        <p:txBody>
          <a:bodyPr anchor="b"/>
          <a:lstStyle>
            <a:lvl1pPr algn="ctr">
              <a:defRPr sz="37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4177" y="3000865"/>
            <a:ext cx="4285060" cy="1379419"/>
          </a:xfrm>
        </p:spPr>
        <p:txBody>
          <a:bodyPr/>
          <a:lstStyle>
            <a:lvl1pPr marL="0" indent="0" algn="ctr">
              <a:buNone/>
              <a:defRPr sz="1500"/>
            </a:lvl1pPr>
            <a:lvl2pPr marL="285659" indent="0" algn="ctr">
              <a:buNone/>
              <a:defRPr sz="1250"/>
            </a:lvl2pPr>
            <a:lvl3pPr marL="571317" indent="0" algn="ctr">
              <a:buNone/>
              <a:defRPr sz="1125"/>
            </a:lvl3pPr>
            <a:lvl4pPr marL="856976" indent="0" algn="ctr">
              <a:buNone/>
              <a:defRPr sz="1000"/>
            </a:lvl4pPr>
            <a:lvl5pPr marL="1142634" indent="0" algn="ctr">
              <a:buNone/>
              <a:defRPr sz="1000"/>
            </a:lvl5pPr>
            <a:lvl6pPr marL="1428293" indent="0" algn="ctr">
              <a:buNone/>
              <a:defRPr sz="1000"/>
            </a:lvl6pPr>
            <a:lvl7pPr marL="1713951" indent="0" algn="ctr">
              <a:buNone/>
              <a:defRPr sz="1000"/>
            </a:lvl7pPr>
            <a:lvl8pPr marL="1999610" indent="0" algn="ctr">
              <a:buNone/>
              <a:defRPr sz="1000"/>
            </a:lvl8pPr>
            <a:lvl9pPr marL="2285268" indent="0" algn="ctr">
              <a:buNone/>
              <a:defRPr sz="1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B338-449D-5840-B673-44F1A47E874C}" type="datetimeFigureOut">
              <a:rPr kumimoji="1" lang="zh-CN" altLang="en-US" smtClean="0"/>
              <a:t>2023/1/23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A822-667D-3846-9E03-F225766486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244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B338-449D-5840-B673-44F1A47E874C}" type="datetimeFigureOut">
              <a:rPr kumimoji="1" lang="zh-CN" altLang="en-US" smtClean="0"/>
              <a:t>2023/1/23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A822-667D-3846-9E03-F225766486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6850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822" y="1424387"/>
            <a:ext cx="4927819" cy="2376621"/>
          </a:xfrm>
        </p:spPr>
        <p:txBody>
          <a:bodyPr anchor="b"/>
          <a:lstStyle>
            <a:lvl1pPr>
              <a:defRPr sz="37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9822" y="3823492"/>
            <a:ext cx="4927819" cy="1249809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285659" indent="0">
              <a:buNone/>
              <a:defRPr sz="1250">
                <a:solidFill>
                  <a:schemeClr val="tx1">
                    <a:tint val="75000"/>
                  </a:schemeClr>
                </a:solidFill>
              </a:defRPr>
            </a:lvl2pPr>
            <a:lvl3pPr marL="571317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3pPr>
            <a:lvl4pPr marL="856976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4pPr>
            <a:lvl5pPr marL="1142634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5pPr>
            <a:lvl6pPr marL="1428293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6pPr>
            <a:lvl7pPr marL="1713951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7pPr>
            <a:lvl8pPr marL="199961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8pPr>
            <a:lvl9pPr marL="2285268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B338-449D-5840-B673-44F1A47E874C}" type="datetimeFigureOut">
              <a:rPr kumimoji="1" lang="zh-CN" altLang="en-US" smtClean="0"/>
              <a:t>2023/1/23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A822-667D-3846-9E03-F225766486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505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797" y="1520932"/>
            <a:ext cx="2428201" cy="36251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92415" y="1520932"/>
            <a:ext cx="2428201" cy="36251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B338-449D-5840-B673-44F1A47E874C}" type="datetimeFigureOut">
              <a:rPr kumimoji="1" lang="zh-CN" altLang="en-US" smtClean="0"/>
              <a:t>2023/1/23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A822-667D-3846-9E03-F225766486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731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541" y="304188"/>
            <a:ext cx="4927819" cy="110432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3542" y="1400580"/>
            <a:ext cx="2417041" cy="686403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85659" indent="0">
              <a:buNone/>
              <a:defRPr sz="1250" b="1"/>
            </a:lvl2pPr>
            <a:lvl3pPr marL="571317" indent="0">
              <a:buNone/>
              <a:defRPr sz="1125" b="1"/>
            </a:lvl3pPr>
            <a:lvl4pPr marL="856976" indent="0">
              <a:buNone/>
              <a:defRPr sz="1000" b="1"/>
            </a:lvl4pPr>
            <a:lvl5pPr marL="1142634" indent="0">
              <a:buNone/>
              <a:defRPr sz="1000" b="1"/>
            </a:lvl5pPr>
            <a:lvl6pPr marL="1428293" indent="0">
              <a:buNone/>
              <a:defRPr sz="1000" b="1"/>
            </a:lvl6pPr>
            <a:lvl7pPr marL="1713951" indent="0">
              <a:buNone/>
              <a:defRPr sz="1000" b="1"/>
            </a:lvl7pPr>
            <a:lvl8pPr marL="1999610" indent="0">
              <a:buNone/>
              <a:defRPr sz="1000" b="1"/>
            </a:lvl8pPr>
            <a:lvl9pPr marL="2285268" indent="0">
              <a:buNone/>
              <a:defRPr sz="1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542" y="2086983"/>
            <a:ext cx="2417041" cy="30696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92415" y="1400580"/>
            <a:ext cx="2428945" cy="686403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85659" indent="0">
              <a:buNone/>
              <a:defRPr sz="1250" b="1"/>
            </a:lvl2pPr>
            <a:lvl3pPr marL="571317" indent="0">
              <a:buNone/>
              <a:defRPr sz="1125" b="1"/>
            </a:lvl3pPr>
            <a:lvl4pPr marL="856976" indent="0">
              <a:buNone/>
              <a:defRPr sz="1000" b="1"/>
            </a:lvl4pPr>
            <a:lvl5pPr marL="1142634" indent="0">
              <a:buNone/>
              <a:defRPr sz="1000" b="1"/>
            </a:lvl5pPr>
            <a:lvl6pPr marL="1428293" indent="0">
              <a:buNone/>
              <a:defRPr sz="1000" b="1"/>
            </a:lvl6pPr>
            <a:lvl7pPr marL="1713951" indent="0">
              <a:buNone/>
              <a:defRPr sz="1000" b="1"/>
            </a:lvl7pPr>
            <a:lvl8pPr marL="1999610" indent="0">
              <a:buNone/>
              <a:defRPr sz="1000" b="1"/>
            </a:lvl8pPr>
            <a:lvl9pPr marL="2285268" indent="0">
              <a:buNone/>
              <a:defRPr sz="1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92415" y="2086983"/>
            <a:ext cx="2428945" cy="30696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B338-449D-5840-B673-44F1A47E874C}" type="datetimeFigureOut">
              <a:rPr kumimoji="1" lang="zh-CN" altLang="en-US" smtClean="0"/>
              <a:t>2023/1/23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A822-667D-3846-9E03-F225766486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607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B338-449D-5840-B673-44F1A47E874C}" type="datetimeFigureOut">
              <a:rPr kumimoji="1" lang="zh-CN" altLang="en-US" smtClean="0"/>
              <a:t>2023/1/23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A822-667D-3846-9E03-F225766486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3303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B338-449D-5840-B673-44F1A47E874C}" type="datetimeFigureOut">
              <a:rPr kumimoji="1" lang="zh-CN" altLang="en-US" smtClean="0"/>
              <a:t>2023/1/23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A822-667D-3846-9E03-F225766486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2198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542" y="380894"/>
            <a:ext cx="1842724" cy="1333130"/>
          </a:xfrm>
        </p:spPr>
        <p:txBody>
          <a:bodyPr anchor="b"/>
          <a:lstStyle>
            <a:lvl1pPr>
              <a:defRPr sz="19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8945" y="822627"/>
            <a:ext cx="2892415" cy="4060226"/>
          </a:xfrm>
        </p:spPr>
        <p:txBody>
          <a:bodyPr/>
          <a:lstStyle>
            <a:lvl1pPr>
              <a:defRPr sz="1999"/>
            </a:lvl1pPr>
            <a:lvl2pPr>
              <a:defRPr sz="1749"/>
            </a:lvl2pPr>
            <a:lvl3pPr>
              <a:defRPr sz="1500"/>
            </a:lvl3pPr>
            <a:lvl4pPr>
              <a:defRPr sz="1250"/>
            </a:lvl4pPr>
            <a:lvl5pPr>
              <a:defRPr sz="12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3542" y="1714024"/>
            <a:ext cx="1842724" cy="3175441"/>
          </a:xfrm>
        </p:spPr>
        <p:txBody>
          <a:bodyPr/>
          <a:lstStyle>
            <a:lvl1pPr marL="0" indent="0">
              <a:buNone/>
              <a:defRPr sz="1000"/>
            </a:lvl1pPr>
            <a:lvl2pPr marL="285659" indent="0">
              <a:buNone/>
              <a:defRPr sz="875"/>
            </a:lvl2pPr>
            <a:lvl3pPr marL="571317" indent="0">
              <a:buNone/>
              <a:defRPr sz="750"/>
            </a:lvl3pPr>
            <a:lvl4pPr marL="856976" indent="0">
              <a:buNone/>
              <a:defRPr sz="625"/>
            </a:lvl4pPr>
            <a:lvl5pPr marL="1142634" indent="0">
              <a:buNone/>
              <a:defRPr sz="625"/>
            </a:lvl5pPr>
            <a:lvl6pPr marL="1428293" indent="0">
              <a:buNone/>
              <a:defRPr sz="625"/>
            </a:lvl6pPr>
            <a:lvl7pPr marL="1713951" indent="0">
              <a:buNone/>
              <a:defRPr sz="625"/>
            </a:lvl7pPr>
            <a:lvl8pPr marL="1999610" indent="0">
              <a:buNone/>
              <a:defRPr sz="625"/>
            </a:lvl8pPr>
            <a:lvl9pPr marL="2285268" indent="0">
              <a:buNone/>
              <a:defRPr sz="6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B338-449D-5840-B673-44F1A47E874C}" type="datetimeFigureOut">
              <a:rPr kumimoji="1" lang="zh-CN" altLang="en-US" smtClean="0"/>
              <a:t>2023/1/23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A822-667D-3846-9E03-F225766486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0767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542" y="380894"/>
            <a:ext cx="1842724" cy="1333130"/>
          </a:xfrm>
        </p:spPr>
        <p:txBody>
          <a:bodyPr anchor="b"/>
          <a:lstStyle>
            <a:lvl1pPr>
              <a:defRPr sz="19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28945" y="822627"/>
            <a:ext cx="2892415" cy="4060226"/>
          </a:xfrm>
        </p:spPr>
        <p:txBody>
          <a:bodyPr anchor="t"/>
          <a:lstStyle>
            <a:lvl1pPr marL="0" indent="0">
              <a:buNone/>
              <a:defRPr sz="1999"/>
            </a:lvl1pPr>
            <a:lvl2pPr marL="285659" indent="0">
              <a:buNone/>
              <a:defRPr sz="1749"/>
            </a:lvl2pPr>
            <a:lvl3pPr marL="571317" indent="0">
              <a:buNone/>
              <a:defRPr sz="1500"/>
            </a:lvl3pPr>
            <a:lvl4pPr marL="856976" indent="0">
              <a:buNone/>
              <a:defRPr sz="1250"/>
            </a:lvl4pPr>
            <a:lvl5pPr marL="1142634" indent="0">
              <a:buNone/>
              <a:defRPr sz="1250"/>
            </a:lvl5pPr>
            <a:lvl6pPr marL="1428293" indent="0">
              <a:buNone/>
              <a:defRPr sz="1250"/>
            </a:lvl6pPr>
            <a:lvl7pPr marL="1713951" indent="0">
              <a:buNone/>
              <a:defRPr sz="1250"/>
            </a:lvl7pPr>
            <a:lvl8pPr marL="1999610" indent="0">
              <a:buNone/>
              <a:defRPr sz="1250"/>
            </a:lvl8pPr>
            <a:lvl9pPr marL="2285268" indent="0">
              <a:buNone/>
              <a:defRPr sz="12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3542" y="1714024"/>
            <a:ext cx="1842724" cy="3175441"/>
          </a:xfrm>
        </p:spPr>
        <p:txBody>
          <a:bodyPr/>
          <a:lstStyle>
            <a:lvl1pPr marL="0" indent="0">
              <a:buNone/>
              <a:defRPr sz="1000"/>
            </a:lvl1pPr>
            <a:lvl2pPr marL="285659" indent="0">
              <a:buNone/>
              <a:defRPr sz="875"/>
            </a:lvl2pPr>
            <a:lvl3pPr marL="571317" indent="0">
              <a:buNone/>
              <a:defRPr sz="750"/>
            </a:lvl3pPr>
            <a:lvl4pPr marL="856976" indent="0">
              <a:buNone/>
              <a:defRPr sz="625"/>
            </a:lvl4pPr>
            <a:lvl5pPr marL="1142634" indent="0">
              <a:buNone/>
              <a:defRPr sz="625"/>
            </a:lvl5pPr>
            <a:lvl6pPr marL="1428293" indent="0">
              <a:buNone/>
              <a:defRPr sz="625"/>
            </a:lvl6pPr>
            <a:lvl7pPr marL="1713951" indent="0">
              <a:buNone/>
              <a:defRPr sz="625"/>
            </a:lvl7pPr>
            <a:lvl8pPr marL="1999610" indent="0">
              <a:buNone/>
              <a:defRPr sz="625"/>
            </a:lvl8pPr>
            <a:lvl9pPr marL="2285268" indent="0">
              <a:buNone/>
              <a:defRPr sz="6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B338-449D-5840-B673-44F1A47E874C}" type="datetimeFigureOut">
              <a:rPr kumimoji="1" lang="zh-CN" altLang="en-US" smtClean="0"/>
              <a:t>2023/1/23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A822-667D-3846-9E03-F225766486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365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B338-449D-5840-B673-44F1A47E874C}" type="datetimeFigureOut">
              <a:rPr kumimoji="1" lang="zh-CN" altLang="en-US" smtClean="0"/>
              <a:t>2023/1/23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A822-667D-3846-9E03-F225766486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1387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088661" y="304187"/>
            <a:ext cx="1231955" cy="484185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2798" y="304187"/>
            <a:ext cx="3624446" cy="484185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B338-449D-5840-B673-44F1A47E874C}" type="datetimeFigureOut">
              <a:rPr kumimoji="1" lang="zh-CN" altLang="en-US" smtClean="0"/>
              <a:t>2023/1/23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A822-667D-3846-9E03-F225766486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5263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797" y="304188"/>
            <a:ext cx="4927819" cy="1104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797" y="1520932"/>
            <a:ext cx="4927819" cy="3625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2797" y="5295489"/>
            <a:ext cx="1285518" cy="3041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2B338-449D-5840-B673-44F1A47E874C}" type="datetimeFigureOut">
              <a:rPr kumimoji="1" lang="zh-CN" altLang="en-US" smtClean="0"/>
              <a:t>2023/1/23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92568" y="5295489"/>
            <a:ext cx="1928277" cy="3041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35098" y="5295489"/>
            <a:ext cx="1285518" cy="3041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FA822-667D-3846-9E03-F225766486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4610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71317" rtl="0" eaLnBrk="1" latinLnBrk="0" hangingPunct="1">
        <a:lnSpc>
          <a:spcPct val="90000"/>
        </a:lnSpc>
        <a:spcBef>
          <a:spcPct val="0"/>
        </a:spcBef>
        <a:buNone/>
        <a:defRPr sz="27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2829" indent="-142829" algn="l" defTabSz="571317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1749" kern="1200">
          <a:solidFill>
            <a:schemeClr val="tx1"/>
          </a:solidFill>
          <a:latin typeface="+mn-lt"/>
          <a:ea typeface="+mn-ea"/>
          <a:cs typeface="+mn-cs"/>
        </a:defRPr>
      </a:lvl1pPr>
      <a:lvl2pPr marL="428488" indent="-142829" algn="l" defTabSz="571317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4146" indent="-142829" algn="l" defTabSz="571317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3pPr>
      <a:lvl4pPr marL="999805" indent="-142829" algn="l" defTabSz="571317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285464" indent="-142829" algn="l" defTabSz="571317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571122" indent="-142829" algn="l" defTabSz="571317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856781" indent="-142829" algn="l" defTabSz="571317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142439" indent="-142829" algn="l" defTabSz="571317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428098" indent="-142829" algn="l" defTabSz="571317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1317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659" algn="l" defTabSz="571317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317" algn="l" defTabSz="571317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6976" algn="l" defTabSz="571317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2634" algn="l" defTabSz="571317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293" algn="l" defTabSz="571317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3951" algn="l" defTabSz="571317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99610" algn="l" defTabSz="571317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5268" algn="l" defTabSz="571317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FAC2DA39-4BAB-828F-EB46-5EEC393039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9992799"/>
              </p:ext>
            </p:extLst>
          </p:nvPr>
        </p:nvGraphicFramePr>
        <p:xfrm>
          <a:off x="-1207294" y="147374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7F95B539-B6CD-D167-4228-89A601CA18BB}"/>
              </a:ext>
            </a:extLst>
          </p:cNvPr>
          <p:cNvSpPr/>
          <p:nvPr/>
        </p:nvSpPr>
        <p:spPr>
          <a:xfrm>
            <a:off x="1961298" y="640384"/>
            <a:ext cx="179081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400" dirty="0">
                <a:ln w="0">
                  <a:noFill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旅游优惠</a:t>
            </a:r>
            <a:r>
              <a:rPr lang="en-US" altLang="zh-CN" sz="2400" dirty="0">
                <a:ln w="0">
                  <a:noFill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5.20</a:t>
            </a:r>
            <a:r>
              <a:rPr lang="zh-CN" altLang="en-US" sz="2400" dirty="0">
                <a:ln w="0">
                  <a:noFill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2CA333-946A-BBD8-D47D-1D4A906EB40F}"/>
              </a:ext>
            </a:extLst>
          </p:cNvPr>
          <p:cNvSpPr/>
          <p:nvPr/>
        </p:nvSpPr>
        <p:spPr>
          <a:xfrm rot="-3600000">
            <a:off x="532033" y="1610447"/>
            <a:ext cx="179081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400" dirty="0">
                <a:ln w="0">
                  <a:noFill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旅游优惠</a:t>
            </a:r>
            <a:r>
              <a:rPr lang="en-US" altLang="zh-CN" sz="2400" dirty="0">
                <a:ln w="0">
                  <a:noFill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9.99</a:t>
            </a:r>
            <a:r>
              <a:rPr lang="zh-CN" altLang="en-US" sz="2400" dirty="0">
                <a:ln w="0">
                  <a:noFill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95B539-B6CD-D167-4228-89A601CA18BB}"/>
              </a:ext>
            </a:extLst>
          </p:cNvPr>
          <p:cNvSpPr/>
          <p:nvPr/>
        </p:nvSpPr>
        <p:spPr>
          <a:xfrm rot="-7200000">
            <a:off x="532033" y="3148863"/>
            <a:ext cx="179081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ln w="0">
                  <a:noFill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旅游优惠</a:t>
            </a:r>
            <a:r>
              <a:rPr lang="en-US" altLang="zh-CN" sz="2400" dirty="0">
                <a:ln w="0">
                  <a:noFill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7.77</a:t>
            </a:r>
            <a:r>
              <a:rPr lang="zh-CN" altLang="en-US" sz="2400" dirty="0">
                <a:ln w="0">
                  <a:noFill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F95B539-B6CD-D167-4228-89A601CA18BB}"/>
              </a:ext>
            </a:extLst>
          </p:cNvPr>
          <p:cNvSpPr/>
          <p:nvPr/>
        </p:nvSpPr>
        <p:spPr>
          <a:xfrm rot="-10800000">
            <a:off x="1943222" y="4142859"/>
            <a:ext cx="179081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ln w="0">
                  <a:noFill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旅游优惠</a:t>
            </a:r>
            <a:r>
              <a:rPr lang="en-US" altLang="zh-CN" sz="2400" dirty="0">
                <a:ln w="0">
                  <a:noFill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5.55</a:t>
            </a:r>
            <a:r>
              <a:rPr lang="zh-CN" altLang="en-US" sz="2400" dirty="0">
                <a:ln w="0">
                  <a:noFill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5B539-B6CD-D167-4228-89A601CA18BB}"/>
              </a:ext>
            </a:extLst>
          </p:cNvPr>
          <p:cNvSpPr/>
          <p:nvPr/>
        </p:nvSpPr>
        <p:spPr>
          <a:xfrm rot="3600000">
            <a:off x="3481179" y="1634380"/>
            <a:ext cx="179081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ln w="0">
                  <a:noFill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旅游优惠</a:t>
            </a:r>
            <a:r>
              <a:rPr lang="en-US" altLang="zh-CN" sz="2400" dirty="0">
                <a:ln w="0">
                  <a:noFill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8.88</a:t>
            </a:r>
            <a:r>
              <a:rPr lang="zh-CN" altLang="en-US" sz="2400" dirty="0">
                <a:ln w="0">
                  <a:noFill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95B539-B6CD-D167-4228-89A601CA18BB}"/>
              </a:ext>
            </a:extLst>
          </p:cNvPr>
          <p:cNvSpPr/>
          <p:nvPr/>
        </p:nvSpPr>
        <p:spPr>
          <a:xfrm rot="7200000">
            <a:off x="3481179" y="3188752"/>
            <a:ext cx="179081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ln w="0">
                  <a:noFill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旅游优惠</a:t>
            </a:r>
            <a:r>
              <a:rPr lang="en-US" altLang="zh-CN" sz="2400" dirty="0">
                <a:ln w="0">
                  <a:noFill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6.66</a:t>
            </a:r>
            <a:r>
              <a:rPr lang="zh-CN" altLang="en-US" sz="2400" dirty="0">
                <a:ln w="0">
                  <a:noFill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折</a:t>
            </a:r>
          </a:p>
        </p:txBody>
      </p:sp>
    </p:spTree>
    <p:extLst>
      <p:ext uri="{BB962C8B-B14F-4D97-AF65-F5344CB8AC3E}">
        <p14:creationId xmlns:p14="http://schemas.microsoft.com/office/powerpoint/2010/main" val="1043742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0006B3D-7F4E-92D8-A55D-8B7E6862972F}"/>
              </a:ext>
            </a:extLst>
          </p:cNvPr>
          <p:cNvSpPr/>
          <p:nvPr/>
        </p:nvSpPr>
        <p:spPr>
          <a:xfrm>
            <a:off x="899420" y="2441210"/>
            <a:ext cx="3914575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ln w="0">
                  <a:noFill/>
                </a:ln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周沁宝宝专属</a:t>
            </a:r>
            <a:endParaRPr lang="en-US" altLang="zh-CN" sz="2400" dirty="0">
              <a:ln w="0">
                <a:noFill/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  <a:p>
            <a:pPr algn="ctr"/>
            <a:r>
              <a:rPr lang="zh-CN" altLang="en-US" sz="2400" dirty="0">
                <a:ln w="0">
                  <a:noFill/>
                </a:ln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海南旅游</a:t>
            </a:r>
            <a:r>
              <a:rPr lang="en-US" altLang="zh-CN" sz="2400" dirty="0">
                <a:ln w="0">
                  <a:noFill/>
                </a:ln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VIP</a:t>
            </a:r>
            <a:r>
              <a:rPr lang="zh-CN" altLang="en-US" sz="2400" dirty="0">
                <a:ln w="0">
                  <a:noFill/>
                </a:ln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优惠转盘</a:t>
            </a:r>
          </a:p>
        </p:txBody>
      </p:sp>
    </p:spTree>
    <p:extLst>
      <p:ext uri="{BB962C8B-B14F-4D97-AF65-F5344CB8AC3E}">
        <p14:creationId xmlns:p14="http://schemas.microsoft.com/office/powerpoint/2010/main" val="889201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53</TotalTime>
  <Words>33</Words>
  <Application>Microsoft Macintosh PowerPoint</Application>
  <PresentationFormat>自定义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8</cp:revision>
  <dcterms:created xsi:type="dcterms:W3CDTF">2023-01-23T13:57:54Z</dcterms:created>
  <dcterms:modified xsi:type="dcterms:W3CDTF">2023-01-23T14:51:09Z</dcterms:modified>
</cp:coreProperties>
</file>